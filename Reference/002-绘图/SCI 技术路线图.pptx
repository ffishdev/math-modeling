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11.svg" ContentType="image/svg+xml"/>
  <Override PartName="/ppt/media/image1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8" r:id="rId3"/>
    <p:sldId id="256" r:id="rId4"/>
    <p:sldId id="259" r:id="rId6"/>
    <p:sldId id="260" r:id="rId7"/>
    <p:sldId id="261" r:id="rId8"/>
    <p:sldId id="262" r:id="rId9"/>
    <p:sldId id="275" r:id="rId10"/>
    <p:sldId id="264" r:id="rId11"/>
    <p:sldId id="269" r:id="rId12"/>
    <p:sldId id="270" r:id="rId13"/>
    <p:sldId id="282" r:id="rId14"/>
    <p:sldId id="283" r:id="rId15"/>
    <p:sldId id="284" r:id="rId16"/>
  </p:sldIdLst>
  <p:sldSz cx="9144000" cy="6858000" type="screen4x3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912" initials="9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B7E"/>
    <a:srgbClr val="F6C572"/>
    <a:srgbClr val="7F9D44"/>
    <a:srgbClr val="9BBB58"/>
    <a:srgbClr val="F57B00"/>
    <a:srgbClr val="FFE6CD"/>
    <a:srgbClr val="D1E4FF"/>
    <a:srgbClr val="FFD5D6"/>
    <a:srgbClr val="FBE5D7"/>
    <a:srgbClr val="E1F0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ff449b01218e547b3c1512d99621e0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5080" y="142240"/>
            <a:ext cx="4708525" cy="55352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" name="矩形 60"/>
          <p:cNvSpPr/>
          <p:nvPr/>
        </p:nvSpPr>
        <p:spPr>
          <a:xfrm>
            <a:off x="6134735" y="4093210"/>
            <a:ext cx="1411605" cy="2085975"/>
          </a:xfrm>
          <a:prstGeom prst="rect">
            <a:avLst/>
          </a:prstGeom>
          <a:solidFill>
            <a:srgbClr val="F7CBAE">
              <a:alpha val="42000"/>
            </a:srgbClr>
          </a:solidFill>
          <a:ln w="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598670" y="4058920"/>
            <a:ext cx="1440180" cy="2120265"/>
          </a:xfrm>
          <a:prstGeom prst="rect">
            <a:avLst/>
          </a:prstGeom>
          <a:solidFill>
            <a:srgbClr val="B1CDEC">
              <a:alpha val="69000"/>
            </a:srgbClr>
          </a:solidFill>
          <a:ln w="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081655" y="4065270"/>
            <a:ext cx="1436370" cy="2120265"/>
          </a:xfrm>
          <a:prstGeom prst="rect">
            <a:avLst/>
          </a:prstGeom>
          <a:solidFill>
            <a:srgbClr val="BBD6A5">
              <a:alpha val="53000"/>
            </a:srgbClr>
          </a:solidFill>
          <a:ln w="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五边形 22"/>
          <p:cNvSpPr/>
          <p:nvPr/>
        </p:nvSpPr>
        <p:spPr>
          <a:xfrm>
            <a:off x="2556510" y="767715"/>
            <a:ext cx="939165" cy="241300"/>
          </a:xfrm>
          <a:prstGeom prst="homePlate">
            <a:avLst/>
          </a:prstGeom>
          <a:solidFill>
            <a:srgbClr val="AFC0E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2556510" y="1051560"/>
            <a:ext cx="4989830" cy="1564640"/>
          </a:xfrm>
          <a:prstGeom prst="rect">
            <a:avLst/>
          </a:prstGeom>
          <a:noFill/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2656840" y="1127760"/>
            <a:ext cx="646430" cy="260985"/>
          </a:xfrm>
          <a:prstGeom prst="roundRect">
            <a:avLst/>
          </a:prstGeom>
          <a:solidFill>
            <a:srgbClr val="D5E9EA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2656840" y="2051685"/>
            <a:ext cx="647065" cy="241300"/>
          </a:xfrm>
          <a:prstGeom prst="roundRect">
            <a:avLst/>
          </a:prstGeom>
          <a:solidFill>
            <a:srgbClr val="D5E9EA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496310" y="1403350"/>
            <a:ext cx="486000" cy="179705"/>
          </a:xfrm>
          <a:prstGeom prst="roundRect">
            <a:avLst/>
          </a:prstGeom>
          <a:solidFill>
            <a:srgbClr val="E3EAF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4113340" y="1403350"/>
            <a:ext cx="486000" cy="180000"/>
          </a:xfrm>
          <a:prstGeom prst="roundRect">
            <a:avLst/>
          </a:prstGeom>
          <a:solidFill>
            <a:srgbClr val="E3EAF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4729925" y="1403350"/>
            <a:ext cx="486000" cy="18000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5346510" y="1403350"/>
            <a:ext cx="486000" cy="18000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569210" y="2759710"/>
            <a:ext cx="392430" cy="828675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3138805" y="2759710"/>
            <a:ext cx="1373505" cy="226060"/>
          </a:xfrm>
          <a:prstGeom prst="rect">
            <a:avLst/>
          </a:prstGeom>
          <a:solidFill>
            <a:srgbClr val="BBD6A5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599305" y="2759710"/>
            <a:ext cx="1438910" cy="226060"/>
          </a:xfrm>
          <a:prstGeom prst="rect">
            <a:avLst/>
          </a:prstGeom>
          <a:solidFill>
            <a:srgbClr val="B1CDEC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144895" y="2759710"/>
            <a:ext cx="1357630" cy="226060"/>
          </a:xfrm>
          <a:prstGeom prst="rect">
            <a:avLst/>
          </a:prstGeom>
          <a:solidFill>
            <a:srgbClr val="F7CBAE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138805" y="3115310"/>
            <a:ext cx="4357370" cy="175260"/>
          </a:xfrm>
          <a:prstGeom prst="rect">
            <a:avLst/>
          </a:prstGeom>
          <a:noFill/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3138805" y="3438525"/>
            <a:ext cx="4357370" cy="182245"/>
          </a:xfrm>
          <a:prstGeom prst="rect">
            <a:avLst/>
          </a:prstGeom>
          <a:noFill/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2581910" y="3803015"/>
            <a:ext cx="392430" cy="2383155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3081655" y="3802380"/>
            <a:ext cx="1430655" cy="226060"/>
          </a:xfrm>
          <a:prstGeom prst="rect">
            <a:avLst/>
          </a:prstGeom>
          <a:solidFill>
            <a:srgbClr val="BBD6A5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598670" y="3802380"/>
            <a:ext cx="1440180" cy="226060"/>
          </a:xfrm>
          <a:prstGeom prst="rect">
            <a:avLst/>
          </a:prstGeom>
          <a:solidFill>
            <a:srgbClr val="B1CDEC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6134100" y="3802380"/>
            <a:ext cx="1412240" cy="226060"/>
          </a:xfrm>
          <a:prstGeom prst="rect">
            <a:avLst/>
          </a:prstGeom>
          <a:solidFill>
            <a:srgbClr val="F7CBAE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3145155" y="4125595"/>
            <a:ext cx="1316355" cy="46609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800"/>
          </a:p>
        </p:txBody>
      </p:sp>
      <p:sp>
        <p:nvSpPr>
          <p:cNvPr id="51" name="矩形 50"/>
          <p:cNvSpPr/>
          <p:nvPr/>
        </p:nvSpPr>
        <p:spPr>
          <a:xfrm>
            <a:off x="3138805" y="4715510"/>
            <a:ext cx="1316355" cy="492125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651375" y="4131310"/>
            <a:ext cx="1336040" cy="460375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651375" y="4715510"/>
            <a:ext cx="1330325" cy="48514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209665" y="4121785"/>
            <a:ext cx="1285875" cy="441325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210300" y="4721860"/>
            <a:ext cx="1291590" cy="44958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138805" y="5381625"/>
            <a:ext cx="4350385" cy="20066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145155" y="5673725"/>
            <a:ext cx="4350385" cy="20066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145155" y="5965825"/>
            <a:ext cx="4350385" cy="182245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078480" y="2738120"/>
            <a:ext cx="4467225" cy="907415"/>
          </a:xfrm>
          <a:prstGeom prst="rect">
            <a:avLst/>
          </a:prstGeom>
          <a:noFill/>
          <a:ln w="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圆角矩形 62"/>
          <p:cNvSpPr/>
          <p:nvPr/>
        </p:nvSpPr>
        <p:spPr>
          <a:xfrm>
            <a:off x="6043295" y="1619885"/>
            <a:ext cx="432000" cy="383540"/>
          </a:xfrm>
          <a:prstGeom prst="roundRect">
            <a:avLst/>
          </a:prstGeom>
          <a:solidFill>
            <a:srgbClr val="BBD6A5">
              <a:alpha val="54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6800850" y="1169035"/>
            <a:ext cx="504000" cy="14097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6800850" y="1403350"/>
            <a:ext cx="504190" cy="90170"/>
          </a:xfrm>
          <a:prstGeom prst="roundRect">
            <a:avLst/>
          </a:prstGeom>
          <a:noFill/>
          <a:ln w="0">
            <a:solidFill>
              <a:schemeClr val="tx1"/>
            </a:solidFill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6794500" y="1588135"/>
            <a:ext cx="504000" cy="140970"/>
          </a:xfrm>
          <a:prstGeom prst="roundRect">
            <a:avLst/>
          </a:prstGeom>
          <a:noFill/>
          <a:ln w="0">
            <a:solidFill>
              <a:schemeClr val="tx1"/>
            </a:solidFill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7" name="菱形 66"/>
          <p:cNvSpPr/>
          <p:nvPr/>
        </p:nvSpPr>
        <p:spPr>
          <a:xfrm>
            <a:off x="6794500" y="1818005"/>
            <a:ext cx="504190" cy="233680"/>
          </a:xfrm>
          <a:prstGeom prst="diamon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6693535" y="2221865"/>
            <a:ext cx="694690" cy="140970"/>
          </a:xfrm>
          <a:prstGeom prst="roundRect">
            <a:avLst/>
          </a:prstGeom>
          <a:solidFill>
            <a:srgbClr val="BBD6A5">
              <a:alpha val="99000"/>
            </a:srgbClr>
          </a:solidFill>
          <a:ln w="0">
            <a:solidFill>
              <a:schemeClr val="tx1"/>
            </a:solidFill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6687185" y="2453640"/>
            <a:ext cx="701040" cy="140970"/>
          </a:xfrm>
          <a:prstGeom prst="roundRect">
            <a:avLst/>
          </a:prstGeom>
          <a:solidFill>
            <a:srgbClr val="E3EAF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3950335" y="1843405"/>
            <a:ext cx="473075" cy="10800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圆角矩形 74"/>
          <p:cNvSpPr/>
          <p:nvPr/>
        </p:nvSpPr>
        <p:spPr>
          <a:xfrm>
            <a:off x="3950335" y="2033955"/>
            <a:ext cx="473075" cy="10795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圆角矩形 75"/>
          <p:cNvSpPr/>
          <p:nvPr/>
        </p:nvSpPr>
        <p:spPr>
          <a:xfrm>
            <a:off x="3950335" y="2224455"/>
            <a:ext cx="473075" cy="10795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圆角矩形 76"/>
          <p:cNvSpPr/>
          <p:nvPr/>
        </p:nvSpPr>
        <p:spPr>
          <a:xfrm>
            <a:off x="3950335" y="2414955"/>
            <a:ext cx="473075" cy="10795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圆角矩形 77"/>
          <p:cNvSpPr/>
          <p:nvPr/>
        </p:nvSpPr>
        <p:spPr>
          <a:xfrm>
            <a:off x="6039485" y="2002790"/>
            <a:ext cx="431800" cy="550545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9" name="菱形 78"/>
          <p:cNvSpPr/>
          <p:nvPr/>
        </p:nvSpPr>
        <p:spPr>
          <a:xfrm>
            <a:off x="5033010" y="1817370"/>
            <a:ext cx="536575" cy="260350"/>
          </a:xfrm>
          <a:prstGeom prst="diamon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5033010" y="2246630"/>
            <a:ext cx="536575" cy="163195"/>
          </a:xfrm>
          <a:prstGeom prst="roundRect">
            <a:avLst/>
          </a:prstGeom>
          <a:solidFill>
            <a:srgbClr val="BBD6A5">
              <a:alpha val="54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81" name="直接箭头连接符 80"/>
          <p:cNvCxnSpPr>
            <a:stCxn id="57" idx="2"/>
            <a:endCxn id="58" idx="0"/>
          </p:cNvCxnSpPr>
          <p:nvPr/>
        </p:nvCxnSpPr>
        <p:spPr>
          <a:xfrm>
            <a:off x="5320665" y="5874385"/>
            <a:ext cx="0" cy="9144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>
            <a:stCxn id="56" idx="2"/>
            <a:endCxn id="57" idx="0"/>
          </p:cNvCxnSpPr>
          <p:nvPr/>
        </p:nvCxnSpPr>
        <p:spPr>
          <a:xfrm>
            <a:off x="5314315" y="5582285"/>
            <a:ext cx="6350" cy="9144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stCxn id="50" idx="2"/>
            <a:endCxn id="51" idx="0"/>
          </p:cNvCxnSpPr>
          <p:nvPr/>
        </p:nvCxnSpPr>
        <p:spPr>
          <a:xfrm flipH="1">
            <a:off x="3797300" y="4591685"/>
            <a:ext cx="6350" cy="12382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34" idx="2"/>
            <a:endCxn id="44" idx="0"/>
          </p:cNvCxnSpPr>
          <p:nvPr/>
        </p:nvCxnSpPr>
        <p:spPr>
          <a:xfrm flipH="1">
            <a:off x="5317490" y="2985770"/>
            <a:ext cx="1270" cy="129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stCxn id="52" idx="2"/>
            <a:endCxn id="53" idx="0"/>
          </p:cNvCxnSpPr>
          <p:nvPr/>
        </p:nvCxnSpPr>
        <p:spPr>
          <a:xfrm flipH="1">
            <a:off x="5316855" y="4591685"/>
            <a:ext cx="2540" cy="12382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>
            <a:stCxn id="54" idx="2"/>
            <a:endCxn id="55" idx="0"/>
          </p:cNvCxnSpPr>
          <p:nvPr/>
        </p:nvCxnSpPr>
        <p:spPr>
          <a:xfrm>
            <a:off x="6852920" y="4563110"/>
            <a:ext cx="3175" cy="15875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stCxn id="53" idx="2"/>
            <a:endCxn id="56" idx="0"/>
          </p:cNvCxnSpPr>
          <p:nvPr/>
        </p:nvCxnSpPr>
        <p:spPr>
          <a:xfrm flipH="1">
            <a:off x="5314315" y="5200650"/>
            <a:ext cx="2540" cy="18097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stCxn id="64" idx="2"/>
            <a:endCxn id="65" idx="0"/>
          </p:cNvCxnSpPr>
          <p:nvPr/>
        </p:nvCxnSpPr>
        <p:spPr>
          <a:xfrm>
            <a:off x="7052945" y="1310005"/>
            <a:ext cx="0" cy="9334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>
            <a:stCxn id="26" idx="0"/>
            <a:endCxn id="25" idx="2"/>
          </p:cNvCxnSpPr>
          <p:nvPr/>
        </p:nvCxnSpPr>
        <p:spPr>
          <a:xfrm flipH="1" flipV="1">
            <a:off x="2980055" y="1388745"/>
            <a:ext cx="635" cy="66294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>
            <a:stCxn id="79" idx="2"/>
            <a:endCxn id="80" idx="0"/>
          </p:cNvCxnSpPr>
          <p:nvPr/>
        </p:nvCxnSpPr>
        <p:spPr>
          <a:xfrm>
            <a:off x="5301615" y="2077720"/>
            <a:ext cx="0" cy="16891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>
            <a:stCxn id="44" idx="2"/>
            <a:endCxn id="45" idx="0"/>
          </p:cNvCxnSpPr>
          <p:nvPr/>
        </p:nvCxnSpPr>
        <p:spPr>
          <a:xfrm>
            <a:off x="5317490" y="3290570"/>
            <a:ext cx="0" cy="14795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肘形连接符 92"/>
          <p:cNvCxnSpPr>
            <a:stCxn id="51" idx="2"/>
            <a:endCxn id="55" idx="2"/>
          </p:cNvCxnSpPr>
          <p:nvPr/>
        </p:nvCxnSpPr>
        <p:spPr>
          <a:xfrm rot="5400000" flipH="1" flipV="1">
            <a:off x="5308600" y="3659505"/>
            <a:ext cx="36195" cy="3058795"/>
          </a:xfrm>
          <a:prstGeom prst="bentConnector3">
            <a:avLst>
              <a:gd name="adj1" fmla="val -201754"/>
            </a:avLst>
          </a:prstGeom>
          <a:ln w="0">
            <a:solidFill>
              <a:schemeClr val="bg1">
                <a:lumMod val="5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下箭头 94"/>
          <p:cNvSpPr/>
          <p:nvPr/>
        </p:nvSpPr>
        <p:spPr>
          <a:xfrm>
            <a:off x="5250180" y="3646170"/>
            <a:ext cx="177165" cy="156845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6" name="肘形连接符 95"/>
          <p:cNvCxnSpPr>
            <a:stCxn id="27" idx="2"/>
            <a:endCxn id="77" idx="1"/>
          </p:cNvCxnSpPr>
          <p:nvPr/>
        </p:nvCxnSpPr>
        <p:spPr>
          <a:xfrm rot="5400000" flipV="1">
            <a:off x="3402013" y="1920558"/>
            <a:ext cx="885825" cy="210820"/>
          </a:xfrm>
          <a:prstGeom prst="bentConnector2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>
            <a:stCxn id="27" idx="3"/>
            <a:endCxn id="28" idx="1"/>
          </p:cNvCxnSpPr>
          <p:nvPr/>
        </p:nvCxnSpPr>
        <p:spPr>
          <a:xfrm>
            <a:off x="3982085" y="1493520"/>
            <a:ext cx="131445" cy="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>
            <a:stCxn id="28" idx="3"/>
            <a:endCxn id="29" idx="1"/>
          </p:cNvCxnSpPr>
          <p:nvPr/>
        </p:nvCxnSpPr>
        <p:spPr>
          <a:xfrm>
            <a:off x="4599305" y="1493520"/>
            <a:ext cx="130810" cy="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>
            <a:stCxn id="29" idx="3"/>
            <a:endCxn id="30" idx="1"/>
          </p:cNvCxnSpPr>
          <p:nvPr/>
        </p:nvCxnSpPr>
        <p:spPr>
          <a:xfrm>
            <a:off x="5215890" y="1493520"/>
            <a:ext cx="130810" cy="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肘形连接符 99"/>
          <p:cNvCxnSpPr>
            <a:stCxn id="29" idx="2"/>
            <a:endCxn id="30" idx="2"/>
          </p:cNvCxnSpPr>
          <p:nvPr/>
        </p:nvCxnSpPr>
        <p:spPr>
          <a:xfrm rot="5400000" flipV="1">
            <a:off x="5280660" y="1274445"/>
            <a:ext cx="3175" cy="616585"/>
          </a:xfrm>
          <a:prstGeom prst="bentConnector3">
            <a:avLst>
              <a:gd name="adj1" fmla="val 334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>
            <a:endCxn id="79" idx="0"/>
          </p:cNvCxnSpPr>
          <p:nvPr/>
        </p:nvCxnSpPr>
        <p:spPr>
          <a:xfrm>
            <a:off x="5300980" y="1682115"/>
            <a:ext cx="635" cy="13525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>
            <a:stCxn id="80" idx="3"/>
          </p:cNvCxnSpPr>
          <p:nvPr/>
        </p:nvCxnSpPr>
        <p:spPr>
          <a:xfrm>
            <a:off x="5569585" y="2328545"/>
            <a:ext cx="461645" cy="381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肘形连接符 102"/>
          <p:cNvCxnSpPr>
            <a:stCxn id="78" idx="3"/>
            <a:endCxn id="64" idx="1"/>
          </p:cNvCxnSpPr>
          <p:nvPr/>
        </p:nvCxnSpPr>
        <p:spPr>
          <a:xfrm flipV="1">
            <a:off x="6471285" y="1239520"/>
            <a:ext cx="329565" cy="1038860"/>
          </a:xfrm>
          <a:prstGeom prst="bentConnector3">
            <a:avLst>
              <a:gd name="adj1" fmla="val 50096"/>
            </a:avLst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>
            <a:stCxn id="65" idx="2"/>
            <a:endCxn id="66" idx="0"/>
          </p:cNvCxnSpPr>
          <p:nvPr/>
        </p:nvCxnSpPr>
        <p:spPr>
          <a:xfrm flipH="1">
            <a:off x="7046595" y="1493520"/>
            <a:ext cx="6350" cy="9461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>
            <a:stCxn id="66" idx="2"/>
            <a:endCxn id="67" idx="0"/>
          </p:cNvCxnSpPr>
          <p:nvPr/>
        </p:nvCxnSpPr>
        <p:spPr>
          <a:xfrm>
            <a:off x="7046595" y="1729105"/>
            <a:ext cx="0" cy="8890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>
            <a:stCxn id="67" idx="2"/>
            <a:endCxn id="69" idx="0"/>
          </p:cNvCxnSpPr>
          <p:nvPr/>
        </p:nvCxnSpPr>
        <p:spPr>
          <a:xfrm flipH="1">
            <a:off x="7040880" y="2051685"/>
            <a:ext cx="5715" cy="17018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>
            <a:stCxn id="69" idx="2"/>
            <a:endCxn id="70" idx="0"/>
          </p:cNvCxnSpPr>
          <p:nvPr/>
        </p:nvCxnSpPr>
        <p:spPr>
          <a:xfrm flipH="1">
            <a:off x="7037705" y="2362835"/>
            <a:ext cx="3175" cy="908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>
            <a:stCxn id="77" idx="3"/>
          </p:cNvCxnSpPr>
          <p:nvPr/>
        </p:nvCxnSpPr>
        <p:spPr>
          <a:xfrm>
            <a:off x="4423410" y="2468880"/>
            <a:ext cx="1607820" cy="1333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3" name="肘形连接符 112"/>
          <p:cNvCxnSpPr>
            <a:stCxn id="25" idx="3"/>
            <a:endCxn id="30" idx="0"/>
          </p:cNvCxnSpPr>
          <p:nvPr/>
        </p:nvCxnSpPr>
        <p:spPr>
          <a:xfrm>
            <a:off x="3303270" y="1258570"/>
            <a:ext cx="2286000" cy="144780"/>
          </a:xfrm>
          <a:prstGeom prst="bentConnector2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>
            <a:stCxn id="29" idx="0"/>
          </p:cNvCxnSpPr>
          <p:nvPr/>
        </p:nvCxnSpPr>
        <p:spPr>
          <a:xfrm flipV="1">
            <a:off x="4972685" y="1256665"/>
            <a:ext cx="0" cy="146685"/>
          </a:xfrm>
          <a:prstGeom prst="straightConnector1">
            <a:avLst/>
          </a:prstGeom>
          <a:ln w="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5" name="肘形连接符 114"/>
          <p:cNvCxnSpPr>
            <a:stCxn id="67" idx="3"/>
            <a:endCxn id="64" idx="3"/>
          </p:cNvCxnSpPr>
          <p:nvPr/>
        </p:nvCxnSpPr>
        <p:spPr>
          <a:xfrm flipV="1">
            <a:off x="7298690" y="1239520"/>
            <a:ext cx="6350" cy="695325"/>
          </a:xfrm>
          <a:prstGeom prst="bentConnector3">
            <a:avLst>
              <a:gd name="adj1" fmla="val 27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6" name="燕尾形 115"/>
          <p:cNvSpPr/>
          <p:nvPr/>
        </p:nvSpPr>
        <p:spPr>
          <a:xfrm>
            <a:off x="6751955" y="767715"/>
            <a:ext cx="796290" cy="241300"/>
          </a:xfrm>
          <a:prstGeom prst="chevron">
            <a:avLst/>
          </a:prstGeom>
          <a:solidFill>
            <a:srgbClr val="98B87B">
              <a:alpha val="83000"/>
            </a:srgb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燕尾形 116"/>
          <p:cNvSpPr/>
          <p:nvPr/>
        </p:nvSpPr>
        <p:spPr>
          <a:xfrm>
            <a:off x="5984240" y="767715"/>
            <a:ext cx="790575" cy="241300"/>
          </a:xfrm>
          <a:prstGeom prst="chevron">
            <a:avLst/>
          </a:prstGeom>
          <a:solidFill>
            <a:srgbClr val="B9CC95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燕尾形 117"/>
          <p:cNvSpPr/>
          <p:nvPr/>
        </p:nvSpPr>
        <p:spPr>
          <a:xfrm>
            <a:off x="5123815" y="767715"/>
            <a:ext cx="883285" cy="241300"/>
          </a:xfrm>
          <a:prstGeom prst="chevron">
            <a:avLst/>
          </a:prstGeom>
          <a:solidFill>
            <a:srgbClr val="ACD69B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9" name="燕尾形 118"/>
          <p:cNvSpPr/>
          <p:nvPr/>
        </p:nvSpPr>
        <p:spPr>
          <a:xfrm>
            <a:off x="4304665" y="767715"/>
            <a:ext cx="842010" cy="241300"/>
          </a:xfrm>
          <a:prstGeom prst="chevron">
            <a:avLst/>
          </a:prstGeom>
          <a:solidFill>
            <a:srgbClr val="AFDCBB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燕尾形 119"/>
          <p:cNvSpPr/>
          <p:nvPr/>
        </p:nvSpPr>
        <p:spPr>
          <a:xfrm>
            <a:off x="3455035" y="767715"/>
            <a:ext cx="872490" cy="241300"/>
          </a:xfrm>
          <a:prstGeom prst="chevron">
            <a:avLst/>
          </a:prstGeom>
          <a:solidFill>
            <a:srgbClr val="B8E1E4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2" name="直接连接符 121"/>
          <p:cNvCxnSpPr>
            <a:stCxn id="71" idx="1"/>
          </p:cNvCxnSpPr>
          <p:nvPr/>
        </p:nvCxnSpPr>
        <p:spPr>
          <a:xfrm flipH="1">
            <a:off x="3738245" y="1897380"/>
            <a:ext cx="212090" cy="0"/>
          </a:xfrm>
          <a:prstGeom prst="line">
            <a:avLst/>
          </a:prstGeom>
          <a:ln w="0">
            <a:solidFill>
              <a:schemeClr val="tx1"/>
            </a:solidFill>
            <a:headEnd type="triangle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3" name="直接连接符 122"/>
          <p:cNvCxnSpPr>
            <a:stCxn id="75" idx="1"/>
          </p:cNvCxnSpPr>
          <p:nvPr/>
        </p:nvCxnSpPr>
        <p:spPr>
          <a:xfrm flipH="1">
            <a:off x="3738245" y="2087880"/>
            <a:ext cx="212090" cy="0"/>
          </a:xfrm>
          <a:prstGeom prst="line">
            <a:avLst/>
          </a:prstGeom>
          <a:ln w="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" name="直接连接符 126"/>
          <p:cNvCxnSpPr>
            <a:stCxn id="76" idx="1"/>
          </p:cNvCxnSpPr>
          <p:nvPr/>
        </p:nvCxnSpPr>
        <p:spPr>
          <a:xfrm flipH="1">
            <a:off x="3743325" y="2278380"/>
            <a:ext cx="207010" cy="0"/>
          </a:xfrm>
          <a:prstGeom prst="line">
            <a:avLst/>
          </a:prstGeom>
          <a:ln w="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6130" y="360680"/>
            <a:ext cx="5253990" cy="55899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50" name="肘形连接符 49"/>
          <p:cNvCxnSpPr>
            <a:stCxn id="29" idx="3"/>
            <a:endCxn id="16" idx="3"/>
          </p:cNvCxnSpPr>
          <p:nvPr/>
        </p:nvCxnSpPr>
        <p:spPr>
          <a:xfrm flipH="1">
            <a:off x="5552440" y="3585845"/>
            <a:ext cx="555625" cy="1996440"/>
          </a:xfrm>
          <a:prstGeom prst="bentConnector3">
            <a:avLst>
              <a:gd name="adj1" fmla="val -42857"/>
            </a:avLst>
          </a:prstGeom>
          <a:ln w="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834640" y="1425575"/>
            <a:ext cx="2160905" cy="392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038090" y="4024630"/>
            <a:ext cx="2156460" cy="36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835275" y="4024630"/>
            <a:ext cx="2159635" cy="36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zh-CN" altLang="en-US" sz="1200"/>
          </a:p>
        </p:txBody>
      </p:sp>
      <p:sp>
        <p:nvSpPr>
          <p:cNvPr id="16" name="菱形 15"/>
          <p:cNvSpPr/>
          <p:nvPr/>
        </p:nvSpPr>
        <p:spPr>
          <a:xfrm>
            <a:off x="4451350" y="5363845"/>
            <a:ext cx="1101090" cy="436880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7" name="缺角矩形 16"/>
          <p:cNvSpPr/>
          <p:nvPr/>
        </p:nvSpPr>
        <p:spPr>
          <a:xfrm>
            <a:off x="3229610" y="5972175"/>
            <a:ext cx="3554095" cy="396240"/>
          </a:xfrm>
          <a:prstGeom prst="plaque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" name="肘形连接符 18"/>
          <p:cNvCxnSpPr/>
          <p:nvPr/>
        </p:nvCxnSpPr>
        <p:spPr>
          <a:xfrm rot="5400000" flipV="1">
            <a:off x="5014595" y="-581660"/>
            <a:ext cx="3175" cy="2198370"/>
          </a:xfrm>
          <a:prstGeom prst="bentConnector3">
            <a:avLst>
              <a:gd name="adj1" fmla="val 24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5027295" y="580390"/>
            <a:ext cx="8255" cy="19875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2834640" y="111125"/>
            <a:ext cx="2160905" cy="39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033010" y="111125"/>
            <a:ext cx="2161540" cy="39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952875" y="774065"/>
            <a:ext cx="2196000" cy="39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033010" y="1425575"/>
            <a:ext cx="2160905" cy="396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912235" y="2128520"/>
            <a:ext cx="2196000" cy="396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912235" y="2780665"/>
            <a:ext cx="2196000" cy="39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912235" y="3387725"/>
            <a:ext cx="2196000" cy="396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zh-CN" altLang="en-US" sz="1200"/>
          </a:p>
        </p:txBody>
      </p:sp>
      <p:sp>
        <p:nvSpPr>
          <p:cNvPr id="30" name="下箭头 29"/>
          <p:cNvSpPr/>
          <p:nvPr/>
        </p:nvSpPr>
        <p:spPr>
          <a:xfrm>
            <a:off x="4899660" y="1200785"/>
            <a:ext cx="271780" cy="198755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肘形连接符 30"/>
          <p:cNvCxnSpPr/>
          <p:nvPr/>
        </p:nvCxnSpPr>
        <p:spPr>
          <a:xfrm rot="5400000" flipV="1">
            <a:off x="5012690" y="720725"/>
            <a:ext cx="3810" cy="2198370"/>
          </a:xfrm>
          <a:prstGeom prst="bentConnector3">
            <a:avLst>
              <a:gd name="adj1" fmla="val 2933333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5026025" y="1924685"/>
            <a:ext cx="4445" cy="2095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5033010" y="3183255"/>
            <a:ext cx="4445" cy="2095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下箭头 34"/>
          <p:cNvSpPr/>
          <p:nvPr/>
        </p:nvSpPr>
        <p:spPr>
          <a:xfrm>
            <a:off x="4899660" y="2553335"/>
            <a:ext cx="271780" cy="198755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下箭头 35"/>
          <p:cNvSpPr/>
          <p:nvPr/>
        </p:nvSpPr>
        <p:spPr>
          <a:xfrm>
            <a:off x="4899660" y="3823335"/>
            <a:ext cx="271780" cy="198755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3661410" y="4716780"/>
            <a:ext cx="2667000" cy="3962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38" name="肘形连接符 37"/>
          <p:cNvCxnSpPr/>
          <p:nvPr/>
        </p:nvCxnSpPr>
        <p:spPr>
          <a:xfrm rot="5400000" flipV="1">
            <a:off x="4937125" y="3293110"/>
            <a:ext cx="3810" cy="2198370"/>
          </a:xfrm>
          <a:prstGeom prst="bentConnector3">
            <a:avLst>
              <a:gd name="adj1" fmla="val 2933333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5026025" y="4498975"/>
            <a:ext cx="4445" cy="2095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7" idx="2"/>
            <a:endCxn id="16" idx="0"/>
          </p:cNvCxnSpPr>
          <p:nvPr/>
        </p:nvCxnSpPr>
        <p:spPr>
          <a:xfrm>
            <a:off x="4994910" y="5113020"/>
            <a:ext cx="6985" cy="2508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16" idx="2"/>
            <a:endCxn id="17" idx="0"/>
          </p:cNvCxnSpPr>
          <p:nvPr/>
        </p:nvCxnSpPr>
        <p:spPr>
          <a:xfrm>
            <a:off x="5001895" y="5800725"/>
            <a:ext cx="5080" cy="1714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5120005" y="579120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742430" y="181800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120005" y="3171190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120005" y="450405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120005" y="5193030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030470" y="576262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401560" y="4573270"/>
            <a:ext cx="398780" cy="2425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圆柱形 50"/>
          <p:cNvSpPr/>
          <p:nvPr/>
        </p:nvSpPr>
        <p:spPr>
          <a:xfrm rot="5400000">
            <a:off x="6682740" y="2363470"/>
            <a:ext cx="176530" cy="883285"/>
          </a:xfrm>
          <a:prstGeom prst="can">
            <a:avLst/>
          </a:prstGeom>
          <a:solidFill>
            <a:srgbClr val="FFFF00">
              <a:alpha val="17000"/>
            </a:srgbClr>
          </a:solidFill>
          <a:ln>
            <a:solidFill>
              <a:srgbClr val="FFC000">
                <a:alpha val="5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53" name="圆柱形 52"/>
          <p:cNvSpPr/>
          <p:nvPr/>
        </p:nvSpPr>
        <p:spPr>
          <a:xfrm rot="5400000">
            <a:off x="6682740" y="2538730"/>
            <a:ext cx="176530" cy="883285"/>
          </a:xfrm>
          <a:prstGeom prst="can">
            <a:avLst/>
          </a:prstGeom>
          <a:solidFill>
            <a:srgbClr val="FFFF00">
              <a:alpha val="17000"/>
            </a:srgbClr>
          </a:solidFill>
          <a:ln>
            <a:solidFill>
              <a:srgbClr val="FFC000">
                <a:alpha val="5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圆柱形 53"/>
          <p:cNvSpPr/>
          <p:nvPr/>
        </p:nvSpPr>
        <p:spPr>
          <a:xfrm rot="5400000">
            <a:off x="6682740" y="2715260"/>
            <a:ext cx="176530" cy="883285"/>
          </a:xfrm>
          <a:prstGeom prst="can">
            <a:avLst/>
          </a:prstGeom>
          <a:solidFill>
            <a:srgbClr val="FFFF00">
              <a:alpha val="17000"/>
            </a:srgbClr>
          </a:solidFill>
          <a:ln>
            <a:solidFill>
              <a:srgbClr val="FFC000">
                <a:alpha val="5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6292850" y="2670175"/>
            <a:ext cx="979805" cy="60769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7" name="直接箭头连接符 56"/>
          <p:cNvCxnSpPr>
            <a:stCxn id="55" idx="1"/>
            <a:endCxn id="27" idx="3"/>
          </p:cNvCxnSpPr>
          <p:nvPr/>
        </p:nvCxnSpPr>
        <p:spPr>
          <a:xfrm flipH="1">
            <a:off x="6108065" y="2974340"/>
            <a:ext cx="184785" cy="4445"/>
          </a:xfrm>
          <a:prstGeom prst="straightConnector1">
            <a:avLst/>
          </a:prstGeom>
          <a:ln w="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1981835" y="169545"/>
            <a:ext cx="699135" cy="28003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STEP1: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981835" y="1457325"/>
            <a:ext cx="699135" cy="28003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STEP1: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981835" y="2846070"/>
            <a:ext cx="699135" cy="28003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STEP1: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981835" y="4104640"/>
            <a:ext cx="699135" cy="28003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STEP1: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62" name="直接箭头连接符 61"/>
          <p:cNvCxnSpPr>
            <a:stCxn id="58" idx="2"/>
            <a:endCxn id="59" idx="0"/>
          </p:cNvCxnSpPr>
          <p:nvPr/>
        </p:nvCxnSpPr>
        <p:spPr>
          <a:xfrm>
            <a:off x="2331720" y="449580"/>
            <a:ext cx="0" cy="1007745"/>
          </a:xfrm>
          <a:prstGeom prst="straightConnector1">
            <a:avLst/>
          </a:prstGeom>
          <a:ln w="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59" idx="2"/>
            <a:endCxn id="60" idx="0"/>
          </p:cNvCxnSpPr>
          <p:nvPr/>
        </p:nvCxnSpPr>
        <p:spPr>
          <a:xfrm>
            <a:off x="2331720" y="1737360"/>
            <a:ext cx="0" cy="1108710"/>
          </a:xfrm>
          <a:prstGeom prst="straightConnector1">
            <a:avLst/>
          </a:prstGeom>
          <a:ln w="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60" idx="2"/>
            <a:endCxn id="61" idx="0"/>
          </p:cNvCxnSpPr>
          <p:nvPr/>
        </p:nvCxnSpPr>
        <p:spPr>
          <a:xfrm>
            <a:off x="2331720" y="3126105"/>
            <a:ext cx="0" cy="978535"/>
          </a:xfrm>
          <a:prstGeom prst="straightConnector1">
            <a:avLst/>
          </a:prstGeom>
          <a:ln w="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肘形连接符 64"/>
          <p:cNvCxnSpPr>
            <a:stCxn id="61" idx="2"/>
            <a:endCxn id="17" idx="1"/>
          </p:cNvCxnSpPr>
          <p:nvPr/>
        </p:nvCxnSpPr>
        <p:spPr>
          <a:xfrm rot="5400000" flipV="1">
            <a:off x="1887855" y="4828540"/>
            <a:ext cx="1785620" cy="897890"/>
          </a:xfrm>
          <a:prstGeom prst="bentConnector2">
            <a:avLst/>
          </a:prstGeom>
          <a:ln w="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543040" y="266509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53200" y="285686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58280" y="3030220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775" y="581025"/>
            <a:ext cx="5269865" cy="54883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矩形 27"/>
          <p:cNvSpPr/>
          <p:nvPr/>
        </p:nvSpPr>
        <p:spPr>
          <a:xfrm>
            <a:off x="2682240" y="3519170"/>
            <a:ext cx="1523365" cy="172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54435" t="9192" r="2259" b="66640"/>
          <a:stretch>
            <a:fillRect/>
          </a:stretch>
        </p:blipFill>
        <p:spPr>
          <a:xfrm>
            <a:off x="4681220" y="1318260"/>
            <a:ext cx="1385570" cy="80518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559685" y="981710"/>
            <a:ext cx="1645920" cy="1185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860040" y="1280160"/>
            <a:ext cx="454660" cy="342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72000" y="981710"/>
            <a:ext cx="1617345" cy="1185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559685" y="2427605"/>
            <a:ext cx="3629660" cy="16294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2794000" y="1010285"/>
            <a:ext cx="1229995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Text            Text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60040" y="1280160"/>
            <a:ext cx="454660" cy="342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475990" y="1280160"/>
            <a:ext cx="454660" cy="342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665730" y="1780540"/>
            <a:ext cx="454660" cy="342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169285" y="1780540"/>
            <a:ext cx="454660" cy="342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667760" y="1780540"/>
            <a:ext cx="454660" cy="342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788535" y="996315"/>
            <a:ext cx="1229995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Text            Text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682240" y="3063240"/>
            <a:ext cx="1523365" cy="172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614295" y="2787015"/>
            <a:ext cx="1685290" cy="121666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759835" y="2448560"/>
            <a:ext cx="1229995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Text            Text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燕尾形箭头 24"/>
          <p:cNvSpPr/>
          <p:nvPr/>
        </p:nvSpPr>
        <p:spPr>
          <a:xfrm rot="5400000">
            <a:off x="3199765" y="2186940"/>
            <a:ext cx="247650" cy="201930"/>
          </a:xfrm>
          <a:prstGeom prst="notched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燕尾形箭头 25"/>
          <p:cNvSpPr/>
          <p:nvPr/>
        </p:nvSpPr>
        <p:spPr>
          <a:xfrm rot="5400000">
            <a:off x="5279390" y="2196465"/>
            <a:ext cx="247650" cy="201930"/>
          </a:xfrm>
          <a:prstGeom prst="notched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682240" y="3300095"/>
            <a:ext cx="1523365" cy="172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2682240" y="3738245"/>
            <a:ext cx="1523365" cy="172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217545" y="2823210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618355" y="2787015"/>
            <a:ext cx="1448435" cy="121666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燕尾形箭头 31"/>
          <p:cNvSpPr/>
          <p:nvPr/>
        </p:nvSpPr>
        <p:spPr>
          <a:xfrm>
            <a:off x="4366895" y="3294380"/>
            <a:ext cx="247650" cy="201930"/>
          </a:xfrm>
          <a:prstGeom prst="notched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3263265" y="303339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263265" y="327596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251200" y="348932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251200" y="370268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210175" y="285813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681855" y="3125470"/>
            <a:ext cx="619760" cy="335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368290" y="3126105"/>
            <a:ext cx="598170" cy="3378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989830" y="3519170"/>
            <a:ext cx="694055" cy="391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燕尾形箭头 40"/>
          <p:cNvSpPr/>
          <p:nvPr/>
        </p:nvSpPr>
        <p:spPr>
          <a:xfrm rot="5400000">
            <a:off x="4297680" y="4052570"/>
            <a:ext cx="206375" cy="201930"/>
          </a:xfrm>
          <a:prstGeom prst="notched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2559685" y="4263390"/>
            <a:ext cx="3629660" cy="5911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785870" y="4292600"/>
            <a:ext cx="1229995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Text            Text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2614295" y="4601210"/>
            <a:ext cx="1047750" cy="209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844290" y="4601210"/>
            <a:ext cx="1047750" cy="209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074285" y="4601210"/>
            <a:ext cx="1047750" cy="209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5" name="图片 54" descr="会话框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145" y="525145"/>
            <a:ext cx="432435" cy="432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微信图片_202405091420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2757805" y="1528445"/>
            <a:ext cx="893445" cy="193675"/>
          </a:xfrm>
          <a:prstGeom prst="rect">
            <a:avLst/>
          </a:prstGeom>
          <a:solidFill>
            <a:srgbClr val="FCDB9D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809365" y="1528445"/>
            <a:ext cx="888365" cy="193675"/>
          </a:xfrm>
          <a:prstGeom prst="rect">
            <a:avLst/>
          </a:prstGeom>
          <a:solidFill>
            <a:srgbClr val="B3E3D3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55845" y="1528445"/>
            <a:ext cx="904875" cy="193675"/>
          </a:xfrm>
          <a:prstGeom prst="rect">
            <a:avLst/>
          </a:prstGeom>
          <a:solidFill>
            <a:srgbClr val="FBA6A7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 flipV="1">
            <a:off x="2597785" y="1283970"/>
            <a:ext cx="3432175" cy="438150"/>
          </a:xfrm>
          <a:prstGeom prst="rect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 flipV="1">
            <a:off x="2337435" y="1849755"/>
            <a:ext cx="3972560" cy="1181100"/>
          </a:xfrm>
          <a:prstGeom prst="rect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21585" y="2117090"/>
            <a:ext cx="893445" cy="193675"/>
          </a:xfrm>
          <a:prstGeom prst="rect">
            <a:avLst/>
          </a:prstGeom>
          <a:solidFill>
            <a:srgbClr val="FFE6BD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21585" y="2440305"/>
            <a:ext cx="893445" cy="193675"/>
          </a:xfrm>
          <a:prstGeom prst="rect">
            <a:avLst/>
          </a:prstGeom>
          <a:solidFill>
            <a:srgbClr val="FFE6BD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01110" y="2056130"/>
            <a:ext cx="465455" cy="703580"/>
          </a:xfrm>
          <a:prstGeom prst="rect">
            <a:avLst/>
          </a:prstGeom>
          <a:noFill/>
          <a:ln w="15875" cmpd="sng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418965" y="2056130"/>
            <a:ext cx="726440" cy="142240"/>
          </a:xfrm>
          <a:prstGeom prst="rect">
            <a:avLst/>
          </a:prstGeom>
          <a:solidFill>
            <a:srgbClr val="DEEFE7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18965" y="2249805"/>
            <a:ext cx="726440" cy="142240"/>
          </a:xfrm>
          <a:prstGeom prst="rect">
            <a:avLst/>
          </a:prstGeom>
          <a:solidFill>
            <a:srgbClr val="DEEFE7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418965" y="2613025"/>
            <a:ext cx="726440" cy="142240"/>
          </a:xfrm>
          <a:prstGeom prst="rect">
            <a:avLst/>
          </a:prstGeom>
          <a:solidFill>
            <a:srgbClr val="DEEFE7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418965" y="2431415"/>
            <a:ext cx="726440" cy="142240"/>
          </a:xfrm>
          <a:prstGeom prst="rect">
            <a:avLst/>
          </a:prstGeom>
          <a:solidFill>
            <a:srgbClr val="DEEFE7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684270" y="1936115"/>
            <a:ext cx="1576705" cy="902335"/>
          </a:xfrm>
          <a:prstGeom prst="roundRect">
            <a:avLst/>
          </a:prstGeom>
          <a:noFill/>
          <a:ln w="9525">
            <a:solidFill>
              <a:srgbClr val="0070C0">
                <a:alpha val="72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427605" y="2047875"/>
            <a:ext cx="1077595" cy="677545"/>
          </a:xfrm>
          <a:prstGeom prst="roundRect">
            <a:avLst>
              <a:gd name="adj" fmla="val 14974"/>
            </a:avLst>
          </a:prstGeom>
          <a:noFill/>
          <a:ln w="9525">
            <a:solidFill>
              <a:srgbClr val="0070C0">
                <a:alpha val="72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5440045" y="2205355"/>
            <a:ext cx="799465" cy="373380"/>
          </a:xfrm>
          <a:prstGeom prst="roundRect">
            <a:avLst>
              <a:gd name="adj" fmla="val 14974"/>
            </a:avLst>
          </a:prstGeom>
          <a:solidFill>
            <a:srgbClr val="FBC4C9"/>
          </a:solidFill>
          <a:ln w="9525">
            <a:solidFill>
              <a:srgbClr val="0070C0">
                <a:alpha val="72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955925" y="2907030"/>
            <a:ext cx="2699385" cy="252095"/>
          </a:xfrm>
          <a:prstGeom prst="rect">
            <a:avLst/>
          </a:prstGeom>
          <a:solidFill>
            <a:srgbClr val="BADDF3"/>
          </a:solidFill>
          <a:ln w="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         Text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 flipV="1">
            <a:off x="2337435" y="3282950"/>
            <a:ext cx="3972560" cy="1031875"/>
          </a:xfrm>
          <a:prstGeom prst="rect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955290" y="3311525"/>
            <a:ext cx="2700655" cy="223520"/>
          </a:xfrm>
          <a:prstGeom prst="roundRect">
            <a:avLst/>
          </a:prstGeom>
          <a:noFill/>
          <a:ln w="6350" cmpd="sng"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      Text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158490" y="3653155"/>
            <a:ext cx="2286635" cy="15367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659380" y="3975100"/>
            <a:ext cx="535305" cy="165735"/>
          </a:xfrm>
          <a:prstGeom prst="rect">
            <a:avLst/>
          </a:prstGeom>
          <a:solidFill>
            <a:srgbClr val="FBA6A7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033520" y="3975100"/>
            <a:ext cx="535305" cy="165735"/>
          </a:xfrm>
          <a:prstGeom prst="rect">
            <a:avLst/>
          </a:prstGeom>
          <a:solidFill>
            <a:srgbClr val="51BF9F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346450" y="3975100"/>
            <a:ext cx="535305" cy="165735"/>
          </a:xfrm>
          <a:prstGeom prst="rect">
            <a:avLst/>
          </a:prstGeom>
          <a:solidFill>
            <a:srgbClr val="FCDB9D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720590" y="3975100"/>
            <a:ext cx="535305" cy="165735"/>
          </a:xfrm>
          <a:prstGeom prst="rect">
            <a:avLst/>
          </a:prstGeom>
          <a:solidFill>
            <a:srgbClr val="94CCED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407660" y="3975100"/>
            <a:ext cx="535305" cy="165735"/>
          </a:xfrm>
          <a:prstGeom prst="rect">
            <a:avLst/>
          </a:prstGeom>
          <a:solidFill>
            <a:srgbClr val="558FE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955290" y="4213225"/>
            <a:ext cx="2699385" cy="252095"/>
          </a:xfrm>
          <a:prstGeom prst="rect">
            <a:avLst/>
          </a:prstGeom>
          <a:solidFill>
            <a:srgbClr val="BADDF3"/>
          </a:solidFill>
          <a:ln w="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                   Text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955925" y="1125855"/>
            <a:ext cx="2699385" cy="346075"/>
          </a:xfrm>
          <a:prstGeom prst="rect">
            <a:avLst/>
          </a:prstGeom>
          <a:solidFill>
            <a:srgbClr val="BADDF3"/>
          </a:solidFill>
          <a:ln w="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            Text</a:t>
            </a:r>
            <a:endParaRPr lang="en-US" altLang="zh-CN" sz="1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9" name="下箭头 28"/>
          <p:cNvSpPr/>
          <p:nvPr/>
        </p:nvSpPr>
        <p:spPr>
          <a:xfrm>
            <a:off x="3138805" y="1732280"/>
            <a:ext cx="113030" cy="108000"/>
          </a:xfrm>
          <a:prstGeom prst="downArrow">
            <a:avLst/>
          </a:prstGeom>
          <a:solidFill>
            <a:srgbClr val="558F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下箭头 29"/>
          <p:cNvSpPr/>
          <p:nvPr/>
        </p:nvSpPr>
        <p:spPr>
          <a:xfrm>
            <a:off x="4199255" y="1720850"/>
            <a:ext cx="113030" cy="108000"/>
          </a:xfrm>
          <a:prstGeom prst="downArrow">
            <a:avLst/>
          </a:prstGeom>
          <a:solidFill>
            <a:srgbClr val="558F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下箭头 30"/>
          <p:cNvSpPr/>
          <p:nvPr/>
        </p:nvSpPr>
        <p:spPr>
          <a:xfrm>
            <a:off x="5255895" y="1721485"/>
            <a:ext cx="113030" cy="108000"/>
          </a:xfrm>
          <a:prstGeom prst="downArrow">
            <a:avLst/>
          </a:prstGeom>
          <a:solidFill>
            <a:srgbClr val="558F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>
            <a:off x="3505200" y="2386965"/>
            <a:ext cx="179070" cy="63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4272915" y="2123440"/>
            <a:ext cx="144000" cy="3810"/>
          </a:xfrm>
          <a:prstGeom prst="straightConnector1">
            <a:avLst/>
          </a:prstGeom>
          <a:ln w="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6" idx="3"/>
            <a:endCxn id="18" idx="1"/>
          </p:cNvCxnSpPr>
          <p:nvPr/>
        </p:nvCxnSpPr>
        <p:spPr>
          <a:xfrm>
            <a:off x="5260975" y="2387600"/>
            <a:ext cx="179070" cy="444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4272915" y="2318385"/>
            <a:ext cx="144000" cy="3810"/>
          </a:xfrm>
          <a:prstGeom prst="straightConnector1">
            <a:avLst/>
          </a:prstGeom>
          <a:ln w="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4272915" y="2500630"/>
            <a:ext cx="144000" cy="3810"/>
          </a:xfrm>
          <a:prstGeom prst="straightConnector1">
            <a:avLst/>
          </a:prstGeom>
          <a:ln w="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4272915" y="2676525"/>
            <a:ext cx="144000" cy="3810"/>
          </a:xfrm>
          <a:prstGeom prst="straightConnector1">
            <a:avLst/>
          </a:prstGeom>
          <a:ln w="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下箭头 41"/>
          <p:cNvSpPr/>
          <p:nvPr/>
        </p:nvSpPr>
        <p:spPr>
          <a:xfrm>
            <a:off x="4250055" y="3162300"/>
            <a:ext cx="113030" cy="108000"/>
          </a:xfrm>
          <a:prstGeom prst="downArrow">
            <a:avLst/>
          </a:prstGeom>
          <a:solidFill>
            <a:srgbClr val="558F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下箭头 42"/>
          <p:cNvSpPr/>
          <p:nvPr/>
        </p:nvSpPr>
        <p:spPr>
          <a:xfrm>
            <a:off x="4250055" y="3546475"/>
            <a:ext cx="113030" cy="108000"/>
          </a:xfrm>
          <a:prstGeom prst="downArrow">
            <a:avLst/>
          </a:prstGeom>
          <a:solidFill>
            <a:srgbClr val="558F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4" name="直接箭头连接符 43"/>
          <p:cNvCxnSpPr/>
          <p:nvPr/>
        </p:nvCxnSpPr>
        <p:spPr>
          <a:xfrm flipV="1">
            <a:off x="4301490" y="3806825"/>
            <a:ext cx="635" cy="16827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肘形连接符 44"/>
          <p:cNvCxnSpPr/>
          <p:nvPr/>
        </p:nvCxnSpPr>
        <p:spPr>
          <a:xfrm rot="16200000" flipH="1">
            <a:off x="4301490" y="2600960"/>
            <a:ext cx="3175" cy="2748280"/>
          </a:xfrm>
          <a:prstGeom prst="bentConnector3">
            <a:avLst>
              <a:gd name="adj1" fmla="val -3470000"/>
            </a:avLst>
          </a:prstGeom>
          <a:ln w="0"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V="1">
            <a:off x="3651250" y="3865245"/>
            <a:ext cx="0" cy="11874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V="1">
            <a:off x="4989830" y="3868420"/>
            <a:ext cx="0" cy="11874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微信图片_202405091420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7630" y="73660"/>
            <a:ext cx="91376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椭圆 12"/>
          <p:cNvSpPr/>
          <p:nvPr/>
        </p:nvSpPr>
        <p:spPr>
          <a:xfrm>
            <a:off x="4139565" y="2662555"/>
            <a:ext cx="3545205" cy="2959100"/>
          </a:xfrm>
          <a:prstGeom prst="ellipse">
            <a:avLst/>
          </a:prstGeom>
          <a:solidFill>
            <a:schemeClr val="accent3">
              <a:lumMod val="40000"/>
              <a:lumOff val="60000"/>
              <a:alpha val="5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388110" y="2593340"/>
            <a:ext cx="3683000" cy="3028315"/>
          </a:xfrm>
          <a:prstGeom prst="ellipse">
            <a:avLst/>
          </a:prstGeom>
          <a:solidFill>
            <a:schemeClr val="accent4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593975" y="902335"/>
            <a:ext cx="3936365" cy="2283460"/>
          </a:xfrm>
          <a:prstGeom prst="ellipse">
            <a:avLst/>
          </a:prstGeom>
          <a:solidFill>
            <a:srgbClr val="D6DFEC">
              <a:alpha val="62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171825" y="1264920"/>
            <a:ext cx="2660650" cy="454025"/>
          </a:xfrm>
          <a:prstGeom prst="rect">
            <a:avLst/>
          </a:prstGeom>
          <a:noFill/>
          <a:ln w="31750">
            <a:solidFill>
              <a:srgbClr val="94CCE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3066415" y="2046605"/>
            <a:ext cx="2936240" cy="742950"/>
          </a:xfrm>
          <a:prstGeom prst="roundRect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4098290" y="3444240"/>
            <a:ext cx="892175" cy="64579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754370" y="3418840"/>
            <a:ext cx="1527175" cy="965200"/>
          </a:xfrm>
          <a:prstGeom prst="roundRect">
            <a:avLst/>
          </a:prstGeom>
          <a:noFill/>
          <a:ln w="317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1690370" y="3444240"/>
            <a:ext cx="1527175" cy="965200"/>
          </a:xfrm>
          <a:prstGeom prst="roundRect">
            <a:avLst/>
          </a:prstGeom>
          <a:noFill/>
          <a:ln w="317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147185" y="4379595"/>
            <a:ext cx="878205" cy="7156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5667375" y="4591050"/>
            <a:ext cx="1249680" cy="295275"/>
          </a:xfrm>
          <a:prstGeom prst="roundRect">
            <a:avLst/>
          </a:prstGeom>
          <a:noFill/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2185670" y="4589780"/>
            <a:ext cx="1249680" cy="295275"/>
          </a:xfrm>
          <a:prstGeom prst="roundRect">
            <a:avLst/>
          </a:prstGeom>
          <a:noFill/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4399915" y="3103880"/>
            <a:ext cx="196850" cy="31496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171825" y="2331085"/>
            <a:ext cx="1276350" cy="33147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724400" y="2331720"/>
            <a:ext cx="1189355" cy="33147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4399915" y="1801495"/>
            <a:ext cx="196850" cy="245745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929380" y="2860675"/>
            <a:ext cx="1138555" cy="223520"/>
          </a:xfrm>
          <a:prstGeom prst="rect">
            <a:avLst/>
          </a:prstGeom>
          <a:solidFill>
            <a:srgbClr val="CFC5E8"/>
          </a:solidFill>
          <a:ln w="12700" cmpd="sng">
            <a:noFill/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 rot="16200000">
            <a:off x="3568065" y="3373755"/>
            <a:ext cx="196850" cy="624840"/>
          </a:xfrm>
          <a:prstGeom prst="downArrow">
            <a:avLst>
              <a:gd name="adj1" fmla="val 50000"/>
              <a:gd name="adj2" fmla="val 61935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 rot="16200000">
            <a:off x="5280025" y="3378835"/>
            <a:ext cx="196850" cy="615315"/>
          </a:xfrm>
          <a:prstGeom prst="downArrow">
            <a:avLst>
              <a:gd name="adj1" fmla="val 50000"/>
              <a:gd name="adj2" fmla="val 61935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 rot="5400000">
            <a:off x="3540125" y="3570605"/>
            <a:ext cx="196850" cy="624840"/>
          </a:xfrm>
          <a:prstGeom prst="downArrow">
            <a:avLst>
              <a:gd name="adj1" fmla="val 50000"/>
              <a:gd name="adj2" fmla="val 61935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 rot="5400000">
            <a:off x="5245100" y="3559175"/>
            <a:ext cx="196850" cy="647700"/>
          </a:xfrm>
          <a:prstGeom prst="downArrow">
            <a:avLst>
              <a:gd name="adj1" fmla="val 50000"/>
              <a:gd name="adj2" fmla="val 61935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786255" y="3568065"/>
            <a:ext cx="1322070" cy="488315"/>
          </a:xfrm>
          <a:prstGeom prst="rect">
            <a:avLst/>
          </a:prstGeom>
          <a:solidFill>
            <a:srgbClr val="C4DFB2"/>
          </a:solidFill>
          <a:ln w="12700" cmpd="sng">
            <a:noFill/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868035" y="3568065"/>
            <a:ext cx="1322070" cy="488315"/>
          </a:xfrm>
          <a:prstGeom prst="rect">
            <a:avLst/>
          </a:prstGeom>
          <a:solidFill>
            <a:srgbClr val="F7CCAC"/>
          </a:solidFill>
          <a:ln w="12700" cmpd="sng">
            <a:noFill/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2185670" y="4131310"/>
            <a:ext cx="516890" cy="19304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6259195" y="4131310"/>
            <a:ext cx="516890" cy="19304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下箭头 26"/>
          <p:cNvSpPr/>
          <p:nvPr/>
        </p:nvSpPr>
        <p:spPr>
          <a:xfrm>
            <a:off x="4448175" y="4122420"/>
            <a:ext cx="196850" cy="20574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3435350" y="4737735"/>
            <a:ext cx="711835" cy="0"/>
          </a:xfrm>
          <a:prstGeom prst="line">
            <a:avLst/>
          </a:prstGeom>
          <a:ln w="444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9" idx="1"/>
            <a:endCxn id="8" idx="3"/>
          </p:cNvCxnSpPr>
          <p:nvPr/>
        </p:nvCxnSpPr>
        <p:spPr>
          <a:xfrm flipH="1" flipV="1">
            <a:off x="5025390" y="4737735"/>
            <a:ext cx="641985" cy="1270"/>
          </a:xfrm>
          <a:prstGeom prst="line">
            <a:avLst/>
          </a:prstGeom>
          <a:ln w="444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3929380" y="3141345"/>
            <a:ext cx="4292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662805" y="3129915"/>
            <a:ext cx="4292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429635" y="3418840"/>
            <a:ext cx="4292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157470" y="3418840"/>
            <a:ext cx="4292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157470" y="3896995"/>
            <a:ext cx="4292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443605" y="3896995"/>
            <a:ext cx="4292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538855" y="2042160"/>
            <a:ext cx="50419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 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067935" y="2059305"/>
            <a:ext cx="50419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 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929380" y="1566545"/>
            <a:ext cx="1096010" cy="20066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73300" y="3141345"/>
            <a:ext cx="4927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283325" y="3129915"/>
            <a:ext cx="4927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-s2.0-S2210670723002469-gr3_lr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1030" y="1014730"/>
            <a:ext cx="5361940" cy="48279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柱形 3"/>
          <p:cNvSpPr/>
          <p:nvPr/>
        </p:nvSpPr>
        <p:spPr>
          <a:xfrm>
            <a:off x="2470785" y="1210945"/>
            <a:ext cx="759460" cy="520700"/>
          </a:xfrm>
          <a:prstGeom prst="can">
            <a:avLst/>
          </a:prstGeom>
          <a:noFill/>
          <a:ln w="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sp>
        <p:nvSpPr>
          <p:cNvPr id="5" name="矩形 4"/>
          <p:cNvSpPr/>
          <p:nvPr/>
        </p:nvSpPr>
        <p:spPr>
          <a:xfrm>
            <a:off x="3801745" y="1122045"/>
            <a:ext cx="1620000" cy="27368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01745" y="1604645"/>
            <a:ext cx="1620000" cy="273685"/>
          </a:xfrm>
          <a:prstGeom prst="rect">
            <a:avLst/>
          </a:prstGeom>
          <a:solidFill>
            <a:srgbClr val="E1F0D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08370" y="1480185"/>
            <a:ext cx="1468120" cy="52578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圆柱形 7"/>
          <p:cNvSpPr/>
          <p:nvPr/>
        </p:nvSpPr>
        <p:spPr>
          <a:xfrm>
            <a:off x="2613025" y="2452370"/>
            <a:ext cx="617220" cy="260350"/>
          </a:xfrm>
          <a:prstGeom prst="can">
            <a:avLst/>
          </a:prstGeom>
          <a:noFill/>
          <a:ln w="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zh-CN" altLang="en-US" sz="1400"/>
          </a:p>
        </p:txBody>
      </p:sp>
      <p:sp>
        <p:nvSpPr>
          <p:cNvPr id="9" name="圆柱形 8"/>
          <p:cNvSpPr/>
          <p:nvPr/>
        </p:nvSpPr>
        <p:spPr>
          <a:xfrm>
            <a:off x="2613025" y="2784475"/>
            <a:ext cx="617220" cy="260350"/>
          </a:xfrm>
          <a:prstGeom prst="can">
            <a:avLst/>
          </a:prstGeom>
          <a:noFill/>
          <a:ln w="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zh-CN" altLang="en-US" sz="1400"/>
          </a:p>
        </p:txBody>
      </p:sp>
      <p:sp>
        <p:nvSpPr>
          <p:cNvPr id="10" name="圆柱形 9"/>
          <p:cNvSpPr/>
          <p:nvPr/>
        </p:nvSpPr>
        <p:spPr>
          <a:xfrm>
            <a:off x="2620010" y="3116580"/>
            <a:ext cx="617220" cy="260350"/>
          </a:xfrm>
          <a:prstGeom prst="can">
            <a:avLst/>
          </a:prstGeom>
          <a:noFill/>
          <a:ln w="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zh-CN" altLang="en-US" sz="1400"/>
          </a:p>
        </p:txBody>
      </p:sp>
      <p:sp>
        <p:nvSpPr>
          <p:cNvPr id="11" name="圆柱形 10"/>
          <p:cNvSpPr/>
          <p:nvPr/>
        </p:nvSpPr>
        <p:spPr>
          <a:xfrm>
            <a:off x="2620010" y="3448685"/>
            <a:ext cx="617220" cy="260350"/>
          </a:xfrm>
          <a:prstGeom prst="can">
            <a:avLst/>
          </a:prstGeom>
          <a:noFill/>
          <a:ln w="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zh-CN" altLang="en-US" sz="1400"/>
          </a:p>
        </p:txBody>
      </p:sp>
      <p:sp>
        <p:nvSpPr>
          <p:cNvPr id="12" name="矩形 11"/>
          <p:cNvSpPr/>
          <p:nvPr/>
        </p:nvSpPr>
        <p:spPr>
          <a:xfrm>
            <a:off x="3801745" y="2322830"/>
            <a:ext cx="1619885" cy="45974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sp>
        <p:nvSpPr>
          <p:cNvPr id="13" name="矩形 12"/>
          <p:cNvSpPr/>
          <p:nvPr/>
        </p:nvSpPr>
        <p:spPr>
          <a:xfrm>
            <a:off x="3801745" y="2998470"/>
            <a:ext cx="1619885" cy="829310"/>
          </a:xfrm>
          <a:prstGeom prst="rect">
            <a:avLst/>
          </a:prstGeom>
          <a:solidFill>
            <a:srgbClr val="FBE5D7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008370" y="2273300"/>
            <a:ext cx="1468120" cy="65405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6008370" y="3274695"/>
            <a:ext cx="1468120" cy="669290"/>
          </a:xfrm>
          <a:prstGeom prst="roundRect">
            <a:avLst/>
          </a:prstGeom>
          <a:solidFill>
            <a:srgbClr val="FFD5D6"/>
          </a:solidFill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6008370" y="4453890"/>
            <a:ext cx="1468120" cy="655955"/>
          </a:xfrm>
          <a:prstGeom prst="roundRect">
            <a:avLst/>
          </a:prstGeom>
          <a:solidFill>
            <a:srgbClr val="FFD5D6"/>
          </a:solidFill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008370" y="5528945"/>
            <a:ext cx="1468120" cy="415925"/>
          </a:xfrm>
          <a:prstGeom prst="roundRect">
            <a:avLst/>
          </a:prstGeom>
          <a:solidFill>
            <a:srgbClr val="FFD5D6"/>
          </a:solidFill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zh-CN" altLang="en-US" sz="1400"/>
          </a:p>
          <a:p>
            <a:pPr algn="ctr"/>
            <a:endParaRPr lang="zh-CN" altLang="en-US" sz="1400"/>
          </a:p>
        </p:txBody>
      </p:sp>
      <p:sp>
        <p:nvSpPr>
          <p:cNvPr id="19" name="矩形 18"/>
          <p:cNvSpPr/>
          <p:nvPr/>
        </p:nvSpPr>
        <p:spPr>
          <a:xfrm>
            <a:off x="3801745" y="4727575"/>
            <a:ext cx="1619885" cy="3683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801745" y="5298440"/>
            <a:ext cx="1619885" cy="34734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801745" y="5795010"/>
            <a:ext cx="1619885" cy="25971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zh-CN" altLang="en-US" sz="1400"/>
          </a:p>
        </p:txBody>
      </p:sp>
      <p:sp>
        <p:nvSpPr>
          <p:cNvPr id="22" name="矩形 21"/>
          <p:cNvSpPr/>
          <p:nvPr/>
        </p:nvSpPr>
        <p:spPr>
          <a:xfrm>
            <a:off x="2373630" y="4513580"/>
            <a:ext cx="1073150" cy="318770"/>
          </a:xfrm>
          <a:prstGeom prst="rect">
            <a:avLst/>
          </a:prstGeom>
          <a:solidFill>
            <a:srgbClr val="E1F0D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373630" y="5109845"/>
            <a:ext cx="1073150" cy="318770"/>
          </a:xfrm>
          <a:prstGeom prst="rect">
            <a:avLst/>
          </a:prstGeom>
          <a:solidFill>
            <a:srgbClr val="FBE5D7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24" name="肘形连接符 23"/>
          <p:cNvCxnSpPr>
            <a:stCxn id="5" idx="1"/>
            <a:endCxn id="6" idx="1"/>
          </p:cNvCxnSpPr>
          <p:nvPr/>
        </p:nvCxnSpPr>
        <p:spPr>
          <a:xfrm rot="10800000" flipH="1" flipV="1">
            <a:off x="3801745" y="1259205"/>
            <a:ext cx="3175" cy="482600"/>
          </a:xfrm>
          <a:prstGeom prst="bentConnector3">
            <a:avLst>
              <a:gd name="adj1" fmla="val -7500000"/>
            </a:avLst>
          </a:prstGeom>
          <a:ln w="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4" idx="4"/>
          </p:cNvCxnSpPr>
          <p:nvPr/>
        </p:nvCxnSpPr>
        <p:spPr>
          <a:xfrm>
            <a:off x="3230245" y="1471295"/>
            <a:ext cx="3498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5" idx="2"/>
            <a:endCxn id="6" idx="0"/>
          </p:cNvCxnSpPr>
          <p:nvPr/>
        </p:nvCxnSpPr>
        <p:spPr>
          <a:xfrm>
            <a:off x="4612005" y="1395730"/>
            <a:ext cx="0" cy="2089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6" idx="3"/>
            <a:endCxn id="7" idx="1"/>
          </p:cNvCxnSpPr>
          <p:nvPr/>
        </p:nvCxnSpPr>
        <p:spPr>
          <a:xfrm>
            <a:off x="5421630" y="1741805"/>
            <a:ext cx="586740" cy="12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7" idx="2"/>
            <a:endCxn id="15" idx="0"/>
          </p:cNvCxnSpPr>
          <p:nvPr/>
        </p:nvCxnSpPr>
        <p:spPr>
          <a:xfrm>
            <a:off x="6742430" y="2005965"/>
            <a:ext cx="0" cy="2673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5" idx="2"/>
            <a:endCxn id="16" idx="0"/>
          </p:cNvCxnSpPr>
          <p:nvPr/>
        </p:nvCxnSpPr>
        <p:spPr>
          <a:xfrm>
            <a:off x="6742430" y="2927350"/>
            <a:ext cx="0" cy="3473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16" idx="2"/>
            <a:endCxn id="17" idx="0"/>
          </p:cNvCxnSpPr>
          <p:nvPr/>
        </p:nvCxnSpPr>
        <p:spPr>
          <a:xfrm>
            <a:off x="6742430" y="3943985"/>
            <a:ext cx="0" cy="5099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7" idx="2"/>
            <a:endCxn id="18" idx="0"/>
          </p:cNvCxnSpPr>
          <p:nvPr/>
        </p:nvCxnSpPr>
        <p:spPr>
          <a:xfrm>
            <a:off x="6742430" y="5109845"/>
            <a:ext cx="0" cy="4191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stCxn id="19" idx="3"/>
            <a:endCxn id="15" idx="1"/>
          </p:cNvCxnSpPr>
          <p:nvPr/>
        </p:nvCxnSpPr>
        <p:spPr>
          <a:xfrm flipV="1">
            <a:off x="5421630" y="2600325"/>
            <a:ext cx="586740" cy="2311400"/>
          </a:xfrm>
          <a:prstGeom prst="bentConnector3">
            <a:avLst>
              <a:gd name="adj1" fmla="val 3917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22" idx="3"/>
            <a:endCxn id="23" idx="3"/>
          </p:cNvCxnSpPr>
          <p:nvPr/>
        </p:nvCxnSpPr>
        <p:spPr>
          <a:xfrm>
            <a:off x="3446780" y="4672965"/>
            <a:ext cx="3175" cy="596265"/>
          </a:xfrm>
          <a:prstGeom prst="bentConnector3">
            <a:avLst>
              <a:gd name="adj1" fmla="val 4380000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3565525" y="4909820"/>
            <a:ext cx="243840" cy="19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9" idx="2"/>
            <a:endCxn id="20" idx="0"/>
          </p:cNvCxnSpPr>
          <p:nvPr/>
        </p:nvCxnSpPr>
        <p:spPr>
          <a:xfrm>
            <a:off x="4612005" y="5095875"/>
            <a:ext cx="0" cy="2025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20" idx="2"/>
            <a:endCxn id="21" idx="0"/>
          </p:cNvCxnSpPr>
          <p:nvPr/>
        </p:nvCxnSpPr>
        <p:spPr>
          <a:xfrm>
            <a:off x="4612005" y="5645785"/>
            <a:ext cx="0" cy="149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4295140" y="6032500"/>
            <a:ext cx="1126490" cy="25971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zh-CN" altLang="en-US" sz="1400"/>
          </a:p>
        </p:txBody>
      </p:sp>
      <p:cxnSp>
        <p:nvCxnSpPr>
          <p:cNvPr id="38" name="肘形连接符 37"/>
          <p:cNvCxnSpPr>
            <a:stCxn id="21" idx="3"/>
            <a:endCxn id="16" idx="1"/>
          </p:cNvCxnSpPr>
          <p:nvPr/>
        </p:nvCxnSpPr>
        <p:spPr>
          <a:xfrm flipV="1">
            <a:off x="5421630" y="3609340"/>
            <a:ext cx="586740" cy="2315845"/>
          </a:xfrm>
          <a:prstGeom prst="bentConnector3">
            <a:avLst>
              <a:gd name="adj1" fmla="val 6764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肘形连接符 38"/>
          <p:cNvCxnSpPr>
            <a:stCxn id="37" idx="3"/>
            <a:endCxn id="17" idx="1"/>
          </p:cNvCxnSpPr>
          <p:nvPr/>
        </p:nvCxnSpPr>
        <p:spPr>
          <a:xfrm flipV="1">
            <a:off x="5421630" y="4782185"/>
            <a:ext cx="586740" cy="1380490"/>
          </a:xfrm>
          <a:prstGeom prst="bentConnector3">
            <a:avLst>
              <a:gd name="adj1" fmla="val 8517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圆角矩形 39"/>
          <p:cNvSpPr/>
          <p:nvPr/>
        </p:nvSpPr>
        <p:spPr>
          <a:xfrm>
            <a:off x="1958340" y="730250"/>
            <a:ext cx="6003290" cy="5662295"/>
          </a:xfrm>
          <a:prstGeom prst="roundRect">
            <a:avLst>
              <a:gd name="adj" fmla="val 3689"/>
            </a:avLst>
          </a:prstGeom>
          <a:noFill/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cxnSp>
        <p:nvCxnSpPr>
          <p:cNvPr id="41" name="直接连接符 40"/>
          <p:cNvCxnSpPr/>
          <p:nvPr/>
        </p:nvCxnSpPr>
        <p:spPr>
          <a:xfrm>
            <a:off x="1967230" y="2071370"/>
            <a:ext cx="6012000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1958340" y="4216400"/>
            <a:ext cx="6012000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7065" y="719455"/>
            <a:ext cx="13970" cy="5681980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1846580" y="730250"/>
            <a:ext cx="8896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b="1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①</a:t>
            </a:r>
            <a:r>
              <a:rPr lang="en-US" altLang="zh-CN" sz="1400" b="1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Text</a:t>
            </a:r>
            <a:endParaRPr lang="en-US" altLang="zh-CN" sz="1400" b="1" i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807845" y="2071370"/>
            <a:ext cx="8896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sz="1400" b="1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②</a:t>
            </a:r>
            <a:r>
              <a:rPr lang="en-US" altLang="zh-CN" sz="1400" b="1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400" b="1" i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807845" y="4216400"/>
            <a:ext cx="8896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sz="1400" b="1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③</a:t>
            </a:r>
            <a:r>
              <a:rPr lang="en-US" altLang="zh-CN" sz="1400" b="1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400" b="1" i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624195" y="730250"/>
            <a:ext cx="8896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400" b="1" i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Text</a:t>
            </a:r>
            <a:endParaRPr lang="en-US" altLang="zh-CN" sz="1400" b="1" i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047230" y="1210945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7047230" y="2015490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7101840" y="2999105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101840" y="4178300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4008755" y="3827780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613025" y="4782185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2633980" y="5428615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2548890" y="1730375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4358640" y="2506980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4358640" y="2322830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75" name="图片 74" descr="手机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2910205" y="1386840"/>
            <a:ext cx="173990" cy="121920"/>
          </a:xfrm>
          <a:prstGeom prst="rect">
            <a:avLst/>
          </a:prstGeom>
        </p:spPr>
      </p:pic>
      <p:pic>
        <p:nvPicPr>
          <p:cNvPr id="76" name="图片 75" descr="手机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797175" y="1560830"/>
            <a:ext cx="173990" cy="121920"/>
          </a:xfrm>
          <a:prstGeom prst="rect">
            <a:avLst/>
          </a:prstGeom>
        </p:spPr>
      </p:pic>
      <p:pic>
        <p:nvPicPr>
          <p:cNvPr id="77" name="图片 76" descr="手机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004185" y="1560830"/>
            <a:ext cx="173990" cy="121920"/>
          </a:xfrm>
          <a:prstGeom prst="rect">
            <a:avLst/>
          </a:prstGeom>
        </p:spPr>
      </p:pic>
      <p:pic>
        <p:nvPicPr>
          <p:cNvPr id="78" name="图片 77" descr="信号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8890" y="1395730"/>
            <a:ext cx="234315" cy="234315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4295140" y="3471545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8120" y="294640"/>
            <a:ext cx="5124450" cy="21971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499870" y="3383280"/>
            <a:ext cx="1184910" cy="339725"/>
          </a:xfrm>
          <a:prstGeom prst="rect">
            <a:avLst/>
          </a:prstGeom>
          <a:solidFill>
            <a:srgbClr val="D1E4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499870" y="4079875"/>
            <a:ext cx="1184910" cy="339725"/>
          </a:xfrm>
          <a:prstGeom prst="rect">
            <a:avLst/>
          </a:prstGeom>
          <a:solidFill>
            <a:srgbClr val="FFE6C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499870" y="4591685"/>
            <a:ext cx="1184910" cy="339725"/>
          </a:xfrm>
          <a:prstGeom prst="rect">
            <a:avLst/>
          </a:prstGeom>
          <a:solidFill>
            <a:srgbClr val="FFE6C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99870" y="5169535"/>
            <a:ext cx="1184910" cy="339725"/>
          </a:xfrm>
          <a:prstGeom prst="rect">
            <a:avLst/>
          </a:prstGeom>
          <a:solidFill>
            <a:srgbClr val="FFE6C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28750" y="3294380"/>
            <a:ext cx="1339215" cy="2316480"/>
          </a:xfrm>
          <a:prstGeom prst="rect">
            <a:avLst/>
          </a:prstGeom>
          <a:noFill/>
          <a:ln w="952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042920" y="3383280"/>
            <a:ext cx="433070" cy="339725"/>
          </a:xfrm>
          <a:prstGeom prst="rect">
            <a:avLst/>
          </a:prstGeom>
          <a:solidFill>
            <a:srgbClr val="D1E4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357880" y="4338955"/>
            <a:ext cx="883285" cy="339725"/>
          </a:xfrm>
          <a:prstGeom prst="rect">
            <a:avLst/>
          </a:prstGeom>
          <a:solidFill>
            <a:srgbClr val="FFE6C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199765" y="5050155"/>
            <a:ext cx="1199515" cy="339725"/>
          </a:xfrm>
          <a:prstGeom prst="rect">
            <a:avLst/>
          </a:prstGeom>
          <a:solidFill>
            <a:srgbClr val="FFE6C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71800" y="3294380"/>
            <a:ext cx="1714500" cy="2316480"/>
          </a:xfrm>
          <a:prstGeom prst="rect">
            <a:avLst/>
          </a:prstGeom>
          <a:noFill/>
          <a:ln w="952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971415" y="3383280"/>
            <a:ext cx="868045" cy="339725"/>
          </a:xfrm>
          <a:prstGeom prst="rect">
            <a:avLst/>
          </a:prstGeom>
          <a:solidFill>
            <a:srgbClr val="D1E4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434330" y="4138930"/>
            <a:ext cx="1053465" cy="280670"/>
          </a:xfrm>
          <a:prstGeom prst="rect">
            <a:avLst/>
          </a:prstGeom>
          <a:solidFill>
            <a:srgbClr val="FFE6C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971415" y="4591685"/>
            <a:ext cx="900430" cy="339725"/>
          </a:xfrm>
          <a:prstGeom prst="rect">
            <a:avLst/>
          </a:prstGeom>
          <a:solidFill>
            <a:srgbClr val="D1E4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352415" y="5169535"/>
            <a:ext cx="1261745" cy="339725"/>
          </a:xfrm>
          <a:prstGeom prst="rect">
            <a:avLst/>
          </a:prstGeom>
          <a:solidFill>
            <a:srgbClr val="FFE6C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900295" y="4531995"/>
            <a:ext cx="1824990" cy="1078865"/>
          </a:xfrm>
          <a:prstGeom prst="rect">
            <a:avLst/>
          </a:prstGeom>
          <a:noFill/>
          <a:ln w="952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1428750" y="2967355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  text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971800" y="2967355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  text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00295" y="2967355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  text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20" name="直接箭头连接符 19"/>
          <p:cNvCxnSpPr>
            <a:stCxn id="3" idx="2"/>
            <a:endCxn id="4" idx="0"/>
          </p:cNvCxnSpPr>
          <p:nvPr/>
        </p:nvCxnSpPr>
        <p:spPr>
          <a:xfrm>
            <a:off x="2092325" y="3723005"/>
            <a:ext cx="0" cy="3568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2077085" y="4425315"/>
            <a:ext cx="12065" cy="167005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5" idx="2"/>
            <a:endCxn id="6" idx="0"/>
          </p:cNvCxnSpPr>
          <p:nvPr/>
        </p:nvCxnSpPr>
        <p:spPr>
          <a:xfrm>
            <a:off x="2092325" y="4931410"/>
            <a:ext cx="0" cy="238125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stCxn id="10" idx="2"/>
            <a:endCxn id="11" idx="0"/>
          </p:cNvCxnSpPr>
          <p:nvPr/>
        </p:nvCxnSpPr>
        <p:spPr>
          <a:xfrm rot="5400000" flipV="1">
            <a:off x="3614103" y="4864418"/>
            <a:ext cx="371475" cy="317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3538220" y="3388995"/>
            <a:ext cx="521970" cy="339725"/>
          </a:xfrm>
          <a:prstGeom prst="rect">
            <a:avLst/>
          </a:prstGeom>
          <a:solidFill>
            <a:srgbClr val="D1E4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123055" y="3388995"/>
            <a:ext cx="521970" cy="339725"/>
          </a:xfrm>
          <a:prstGeom prst="rect">
            <a:avLst/>
          </a:prstGeom>
          <a:solidFill>
            <a:srgbClr val="D1E4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930265" y="3388995"/>
            <a:ext cx="684530" cy="339725"/>
          </a:xfrm>
          <a:prstGeom prst="rect">
            <a:avLst/>
          </a:prstGeom>
          <a:solidFill>
            <a:srgbClr val="D1E4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930265" y="4591685"/>
            <a:ext cx="683895" cy="339725"/>
          </a:xfrm>
          <a:prstGeom prst="rect">
            <a:avLst/>
          </a:prstGeom>
          <a:solidFill>
            <a:srgbClr val="D1E4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8" name="直接箭头连接符 27"/>
          <p:cNvCxnSpPr>
            <a:stCxn id="24" idx="2"/>
            <a:endCxn id="10" idx="0"/>
          </p:cNvCxnSpPr>
          <p:nvPr/>
        </p:nvCxnSpPr>
        <p:spPr>
          <a:xfrm>
            <a:off x="3799205" y="3728720"/>
            <a:ext cx="635" cy="6102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8" idx="2"/>
            <a:endCxn id="25" idx="2"/>
          </p:cNvCxnSpPr>
          <p:nvPr/>
        </p:nvCxnSpPr>
        <p:spPr>
          <a:xfrm rot="5400000" flipV="1">
            <a:off x="3818890" y="3162935"/>
            <a:ext cx="5715" cy="1124585"/>
          </a:xfrm>
          <a:prstGeom prst="bentConnector3">
            <a:avLst>
              <a:gd name="adj1" fmla="val 426666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stCxn id="13" idx="2"/>
            <a:endCxn id="26" idx="2"/>
          </p:cNvCxnSpPr>
          <p:nvPr/>
        </p:nvCxnSpPr>
        <p:spPr>
          <a:xfrm rot="5400000" flipV="1">
            <a:off x="5836285" y="3291840"/>
            <a:ext cx="5715" cy="866775"/>
          </a:xfrm>
          <a:prstGeom prst="bentConnector3">
            <a:avLst>
              <a:gd name="adj1" fmla="val 3322222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endCxn id="14" idx="0"/>
          </p:cNvCxnSpPr>
          <p:nvPr/>
        </p:nvCxnSpPr>
        <p:spPr>
          <a:xfrm>
            <a:off x="5955665" y="3913505"/>
            <a:ext cx="5715" cy="2254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stCxn id="15" idx="2"/>
            <a:endCxn id="27" idx="2"/>
          </p:cNvCxnSpPr>
          <p:nvPr/>
        </p:nvCxnSpPr>
        <p:spPr>
          <a:xfrm rot="5400000" flipV="1">
            <a:off x="5847080" y="4505960"/>
            <a:ext cx="3175" cy="850900"/>
          </a:xfrm>
          <a:prstGeom prst="bentConnector3">
            <a:avLst>
              <a:gd name="adj1" fmla="val 32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endCxn id="16" idx="0"/>
          </p:cNvCxnSpPr>
          <p:nvPr/>
        </p:nvCxnSpPr>
        <p:spPr>
          <a:xfrm flipH="1">
            <a:off x="5983605" y="5033010"/>
            <a:ext cx="1905" cy="136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4897120" y="3289300"/>
            <a:ext cx="1824990" cy="1173480"/>
          </a:xfrm>
          <a:prstGeom prst="rect">
            <a:avLst/>
          </a:prstGeom>
          <a:noFill/>
          <a:ln w="952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右箭头 34"/>
          <p:cNvSpPr/>
          <p:nvPr/>
        </p:nvSpPr>
        <p:spPr>
          <a:xfrm>
            <a:off x="2771775" y="4406900"/>
            <a:ext cx="196215" cy="125095"/>
          </a:xfrm>
          <a:prstGeom prst="rightArrow">
            <a:avLst/>
          </a:prstGeom>
          <a:solidFill>
            <a:srgbClr val="F57B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右箭头 35"/>
          <p:cNvSpPr/>
          <p:nvPr/>
        </p:nvSpPr>
        <p:spPr>
          <a:xfrm>
            <a:off x="4690110" y="4425315"/>
            <a:ext cx="196215" cy="125095"/>
          </a:xfrm>
          <a:prstGeom prst="rightArrow">
            <a:avLst/>
          </a:prstGeom>
          <a:solidFill>
            <a:srgbClr val="F57B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70&quot;:[3312296]}"/>
  <p:tag name="commondata" val="eyJoZGlkIjoiMzEwNTM5NzYwMDRjMzkwZTVkZjY2ODkwMGIxNGU0OT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</Words>
  <Application>WPS 演示</Application>
  <PresentationFormat>宽屏</PresentationFormat>
  <Paragraphs>235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白洁媛</dc:creator>
  <cp:lastModifiedBy>小白☆crystal</cp:lastModifiedBy>
  <cp:revision>40</cp:revision>
  <dcterms:created xsi:type="dcterms:W3CDTF">2023-08-09T12:44:00Z</dcterms:created>
  <dcterms:modified xsi:type="dcterms:W3CDTF">2024-06-11T13:47:02Z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E1BB43B155C94FE5AE8CC26160B24A4B_13</vt:lpwstr>
  </property>
  <property fmtid="{D5CDD505-2E9C-101B-9397-08002B2CF9AE}" pid="3" name="KSOProductBuildVer">
    <vt:lpwstr>2052-12.1.0.16929</vt:lpwstr>
  </property>
</Properties>
</file>